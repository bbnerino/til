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9" r:id="rId9"/>
    <p:sldId id="277" r:id="rId10"/>
    <p:sldId id="270" r:id="rId11"/>
    <p:sldId id="271" r:id="rId12"/>
    <p:sldId id="273" r:id="rId13"/>
    <p:sldId id="272" r:id="rId14"/>
    <p:sldId id="27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43F"/>
    <a:srgbClr val="333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77" autoAdjust="0"/>
    <p:restoredTop sz="73791" autoAdjust="0"/>
  </p:normalViewPr>
  <p:slideViewPr>
    <p:cSldViewPr snapToGrid="0">
      <p:cViewPr varScale="1">
        <p:scale>
          <a:sx n="67" d="100"/>
          <a:sy n="67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93E9B-F7EB-44C7-8DE3-6235E4A4F376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AE6E1-BBD2-449D-A920-838710C97C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62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반갑습니다 </a:t>
            </a:r>
            <a:r>
              <a:rPr lang="ko-KR" altLang="en-US" dirty="0" err="1"/>
              <a:t>임현홍이라고</a:t>
            </a:r>
            <a:r>
              <a:rPr lang="ko-KR" altLang="en-US" dirty="0"/>
              <a:t> 합니다 저는 </a:t>
            </a:r>
            <a:r>
              <a:rPr lang="en-US" altLang="ko-KR" dirty="0"/>
              <a:t>react</a:t>
            </a:r>
            <a:r>
              <a:rPr lang="ko-KR" altLang="en-US" dirty="0"/>
              <a:t>를 이용한 </a:t>
            </a:r>
            <a:r>
              <a:rPr lang="en-US" altLang="ko-KR" dirty="0"/>
              <a:t>tic tac toe</a:t>
            </a:r>
            <a:r>
              <a:rPr lang="ko-KR" altLang="en-US" dirty="0"/>
              <a:t>라는 주제로 발표를 시작하겠습니다</a:t>
            </a:r>
            <a:r>
              <a:rPr lang="en-US" altLang="ko-KR"/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642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1" i="0" dirty="0">
                <a:solidFill>
                  <a:srgbClr val="313130"/>
                </a:solidFill>
                <a:effectLst/>
                <a:latin typeface="Helvetica Neue"/>
              </a:rPr>
              <a:t>왜 </a:t>
            </a:r>
            <a:r>
              <a:rPr lang="en-US" altLang="ko-KR" b="1" i="0" dirty="0" err="1">
                <a:solidFill>
                  <a:srgbClr val="313130"/>
                </a:solidFill>
                <a:effectLst/>
                <a:latin typeface="Helvetica Neue"/>
              </a:rPr>
              <a:t>vue</a:t>
            </a:r>
            <a:r>
              <a:rPr lang="ko-KR" altLang="en-US" b="1" i="0" dirty="0">
                <a:solidFill>
                  <a:srgbClr val="313130"/>
                </a:solidFill>
                <a:effectLst/>
                <a:latin typeface="Helvetica Neue"/>
              </a:rPr>
              <a:t>라는 더 쉬운 기술을 두고 사람들은 </a:t>
            </a:r>
            <a:r>
              <a:rPr lang="ko-KR" altLang="en-US" b="1" i="0" dirty="0" err="1">
                <a:solidFill>
                  <a:srgbClr val="313130"/>
                </a:solidFill>
                <a:effectLst/>
                <a:latin typeface="Helvetica Neue"/>
              </a:rPr>
              <a:t>리액트를</a:t>
            </a:r>
            <a:r>
              <a:rPr lang="ko-KR" altLang="en-US" b="1" i="0" dirty="0">
                <a:solidFill>
                  <a:srgbClr val="313130"/>
                </a:solidFill>
                <a:effectLst/>
                <a:latin typeface="Helvetica Neue"/>
              </a:rPr>
              <a:t> 배울까요</a:t>
            </a:r>
            <a:endParaRPr lang="en-US" altLang="ko-KR" b="1" i="0" dirty="0">
              <a:solidFill>
                <a:srgbClr val="313130"/>
              </a:solidFill>
              <a:effectLst/>
              <a:latin typeface="Helvetica Neue"/>
            </a:endParaRPr>
          </a:p>
          <a:p>
            <a:pPr algn="l"/>
            <a:endParaRPr lang="en-US" altLang="ko-KR" b="1" i="0" dirty="0">
              <a:solidFill>
                <a:srgbClr val="313130"/>
              </a:solidFill>
              <a:effectLst/>
              <a:latin typeface="Helvetica Neue"/>
            </a:endParaRPr>
          </a:p>
          <a:p>
            <a:pPr algn="l"/>
            <a:r>
              <a:rPr lang="ko-KR" altLang="en-US" b="1" i="0" dirty="0" err="1">
                <a:solidFill>
                  <a:srgbClr val="313130"/>
                </a:solidFill>
                <a:effectLst/>
                <a:latin typeface="Helvetica Neue"/>
              </a:rPr>
              <a:t>리액트를</a:t>
            </a:r>
            <a:r>
              <a:rPr lang="ko-KR" altLang="en-US" b="1" i="0" dirty="0">
                <a:solidFill>
                  <a:srgbClr val="313130"/>
                </a:solidFill>
                <a:effectLst/>
                <a:latin typeface="Helvetica Neue"/>
              </a:rPr>
              <a:t> 가장 많이 쓰는 이유는 더 큰 개발 생태계입니다</a:t>
            </a:r>
            <a:endParaRPr lang="en-US" altLang="ko-KR" b="1" i="0" dirty="0">
              <a:solidFill>
                <a:srgbClr val="313130"/>
              </a:solidFill>
              <a:effectLst/>
              <a:latin typeface="Helvetica Neue"/>
            </a:endParaRPr>
          </a:p>
          <a:p>
            <a:r>
              <a:rPr lang="en-US" altLang="ko-KR" b="0" i="0" dirty="0">
                <a:solidFill>
                  <a:srgbClr val="313130"/>
                </a:solidFill>
                <a:effectLst/>
                <a:latin typeface="Noto Sans KR"/>
              </a:rPr>
              <a:t>1</a:t>
            </a:r>
            <a:r>
              <a:rPr lang="ko-KR" altLang="en-US" b="0" i="0" dirty="0" err="1">
                <a:solidFill>
                  <a:srgbClr val="313130"/>
                </a:solidFill>
                <a:effectLst/>
                <a:latin typeface="Noto Sans KR"/>
              </a:rPr>
              <a:t>년동안의</a:t>
            </a:r>
            <a:r>
              <a:rPr lang="ko-KR" altLang="en-US" b="0" i="0" dirty="0">
                <a:solidFill>
                  <a:srgbClr val="313130"/>
                </a:solidFill>
                <a:effectLst/>
                <a:latin typeface="Noto Sans KR"/>
              </a:rPr>
              <a:t> 다운로드 횟수 그래프입니다</a:t>
            </a:r>
            <a:r>
              <a:rPr lang="en-US" altLang="ko-KR" b="0" i="0" dirty="0">
                <a:solidFill>
                  <a:srgbClr val="313130"/>
                </a:solidFill>
                <a:effectLst/>
                <a:latin typeface="Noto Sans KR"/>
              </a:rPr>
              <a:t>. </a:t>
            </a:r>
          </a:p>
          <a:p>
            <a:r>
              <a:rPr lang="ko-KR" altLang="en-US" b="0" i="0" dirty="0">
                <a:solidFill>
                  <a:srgbClr val="313130"/>
                </a:solidFill>
                <a:effectLst/>
                <a:latin typeface="Noto Sans KR"/>
              </a:rPr>
              <a:t>여전히</a:t>
            </a:r>
            <a:r>
              <a:rPr lang="en-US" altLang="ko-KR" b="0" i="0" dirty="0">
                <a:solidFill>
                  <a:srgbClr val="313130"/>
                </a:solidFill>
                <a:effectLst/>
                <a:latin typeface="Noto Sans KR"/>
              </a:rPr>
              <a:t>React </a:t>
            </a:r>
            <a:r>
              <a:rPr lang="ko-KR" altLang="en-US" b="0" i="0" dirty="0">
                <a:solidFill>
                  <a:srgbClr val="313130"/>
                </a:solidFill>
                <a:effectLst/>
                <a:latin typeface="Noto Sans KR"/>
              </a:rPr>
              <a:t>가 가장 인기 있는 라이브러리라는 사실이 보입니다</a:t>
            </a:r>
            <a:r>
              <a:rPr lang="en-US" altLang="ko-KR" b="0" i="0" dirty="0">
                <a:solidFill>
                  <a:srgbClr val="313130"/>
                </a:solidFill>
                <a:effectLst/>
                <a:latin typeface="Noto Sans KR"/>
              </a:rPr>
              <a:t>. </a:t>
            </a:r>
          </a:p>
          <a:p>
            <a:r>
              <a:rPr lang="ko-KR" altLang="en-US" b="0" i="0" dirty="0">
                <a:solidFill>
                  <a:srgbClr val="313130"/>
                </a:solidFill>
                <a:effectLst/>
                <a:latin typeface="Noto Sans KR"/>
              </a:rPr>
              <a:t>더 많은 튜토리얼과 기사</a:t>
            </a:r>
            <a:r>
              <a:rPr lang="en-US" altLang="ko-KR" b="0" i="0" dirty="0">
                <a:solidFill>
                  <a:srgbClr val="313130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313130"/>
                </a:solidFill>
                <a:effectLst/>
                <a:latin typeface="Noto Sans KR"/>
              </a:rPr>
              <a:t>더 많은 확장 라이브러리가 존재하기 때문에 개발자들이 쉽게 손을 떼지 못하는 이유입니다</a:t>
            </a:r>
            <a:r>
              <a:rPr lang="en-US" altLang="ko-KR" b="0" i="0" dirty="0">
                <a:solidFill>
                  <a:srgbClr val="313130"/>
                </a:solidFill>
                <a:effectLst/>
                <a:latin typeface="Noto Sans KR"/>
              </a:rPr>
              <a:t>.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62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뷰와 </a:t>
            </a:r>
            <a:r>
              <a:rPr lang="ko-KR" altLang="en-US" dirty="0" err="1"/>
              <a:t>리액트의</a:t>
            </a:r>
            <a:r>
              <a:rPr lang="ko-KR" altLang="en-US" dirty="0"/>
              <a:t> 특징을 보겠습니다</a:t>
            </a:r>
            <a:r>
              <a:rPr lang="en-US" altLang="ko-KR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뷰는 </a:t>
            </a:r>
            <a:r>
              <a:rPr lang="en-US" altLang="ko-KR" dirty="0"/>
              <a:t>CSR</a:t>
            </a:r>
            <a:r>
              <a:rPr lang="ko-KR" altLang="en-US" dirty="0"/>
              <a:t>이며 쉽고 </a:t>
            </a:r>
            <a:r>
              <a:rPr lang="ko-KR" altLang="en-US" dirty="0" err="1"/>
              <a:t>간편하라는</a:t>
            </a:r>
            <a:r>
              <a:rPr lang="ko-KR" altLang="en-US" dirty="0"/>
              <a:t> 특징이 있고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 err="1"/>
              <a:t>리액트는</a:t>
            </a:r>
            <a:r>
              <a:rPr lang="ko-KR" altLang="en-US" dirty="0"/>
              <a:t> </a:t>
            </a:r>
            <a:r>
              <a:rPr lang="en-US" altLang="ko-KR" dirty="0"/>
              <a:t>SSR</a:t>
            </a:r>
            <a:r>
              <a:rPr lang="ko-KR" altLang="en-US" dirty="0"/>
              <a:t>이며 </a:t>
            </a:r>
            <a:r>
              <a:rPr lang="ko-KR" altLang="en-US" dirty="0" err="1"/>
              <a:t>큰규모에</a:t>
            </a:r>
            <a:r>
              <a:rPr lang="ko-KR" altLang="en-US" dirty="0"/>
              <a:t> 유리하고</a:t>
            </a:r>
            <a:r>
              <a:rPr lang="en-US" altLang="ko-KR" dirty="0"/>
              <a:t>, </a:t>
            </a:r>
            <a:r>
              <a:rPr lang="ko-KR" altLang="en-US" dirty="0"/>
              <a:t>심화로 </a:t>
            </a:r>
            <a:r>
              <a:rPr lang="en-US" altLang="ko-KR" dirty="0"/>
              <a:t>native</a:t>
            </a:r>
            <a:r>
              <a:rPr lang="ko-KR" altLang="en-US" dirty="0"/>
              <a:t>까지 배우면 앱 개발도 가능하다 라는 장점이 있습니다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SSR</a:t>
            </a:r>
            <a:r>
              <a:rPr lang="ko-KR" altLang="en-US" dirty="0"/>
              <a:t>은 여러 단점이 존재해 </a:t>
            </a:r>
            <a:r>
              <a:rPr lang="en-US" altLang="ko-KR" dirty="0"/>
              <a:t>CSR</a:t>
            </a:r>
            <a:r>
              <a:rPr lang="ko-KR" altLang="en-US" dirty="0"/>
              <a:t>로 많이 넘어갔었지만 </a:t>
            </a:r>
            <a:r>
              <a:rPr lang="ko-KR" altLang="en-US" dirty="0" err="1"/>
              <a:t>리액트는</a:t>
            </a:r>
            <a:r>
              <a:rPr lang="ko-KR" altLang="en-US" dirty="0"/>
              <a:t> 검색엔진최적화라는 장점이 존재합니다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검색엔진이 자료를 수집하고 순위를 매기는 방식에 맞게 페이지를 구성하는 작업이다</a:t>
            </a:r>
            <a:r>
              <a:rPr lang="en-US" altLang="ko-KR" dirty="0"/>
              <a:t>. 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dirty="0"/>
              <a:t>기업의 노출을 통한 광고가 필수이기 때문에 다시 </a:t>
            </a:r>
            <a:r>
              <a:rPr lang="en-US" altLang="ko-KR" dirty="0"/>
              <a:t>SSR</a:t>
            </a:r>
            <a:r>
              <a:rPr lang="ko-KR" altLang="en-US" dirty="0"/>
              <a:t>이 필요한 추세입니다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694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그럼 본격적으로 </a:t>
            </a:r>
            <a:r>
              <a:rPr lang="ko-KR" altLang="en-US" dirty="0" err="1"/>
              <a:t>리액트로</a:t>
            </a:r>
            <a:r>
              <a:rPr lang="ko-KR" altLang="en-US" dirty="0"/>
              <a:t> </a:t>
            </a:r>
            <a:r>
              <a:rPr lang="ko-KR" altLang="en-US" dirty="0" err="1"/>
              <a:t>틱택토</a:t>
            </a:r>
            <a:r>
              <a:rPr lang="ko-KR" altLang="en-US" dirty="0"/>
              <a:t> 앱을 만들러 가보겠습니다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저는 </a:t>
            </a:r>
            <a:r>
              <a:rPr lang="en-US" altLang="ko-KR" dirty="0"/>
              <a:t>props</a:t>
            </a:r>
            <a:r>
              <a:rPr lang="ko-KR" altLang="en-US" dirty="0"/>
              <a:t>와 </a:t>
            </a:r>
            <a:r>
              <a:rPr lang="en-US" altLang="ko-KR" dirty="0"/>
              <a:t>state</a:t>
            </a:r>
            <a:r>
              <a:rPr lang="ko-KR" altLang="en-US" dirty="0"/>
              <a:t> 라는 것을 사용하는 법을 익히는 것을 목표로 프로젝트를 준비했습니다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25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틱택토가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ko-KR" altLang="en-US" dirty="0"/>
              <a:t> 모르는 분들을 위해 간단히 </a:t>
            </a:r>
            <a:r>
              <a:rPr lang="ko-KR" altLang="en-US" dirty="0" err="1"/>
              <a:t>설명드리겠습니다</a:t>
            </a:r>
            <a:endParaRPr lang="en-US" altLang="ko-KR" dirty="0"/>
          </a:p>
          <a:p>
            <a:r>
              <a:rPr lang="ko-KR" altLang="en-US" dirty="0"/>
              <a:t>간단히 서양 </a:t>
            </a:r>
            <a:r>
              <a:rPr lang="en-US" altLang="ko-KR" dirty="0"/>
              <a:t>3 3 </a:t>
            </a:r>
            <a:r>
              <a:rPr lang="ko-KR" altLang="en-US" dirty="0"/>
              <a:t>오목이라고 볼 수 있고 꽤나 유명한 게임이라 다들 이름만 몰랐지 아실 겁니다 </a:t>
            </a:r>
            <a:endParaRPr lang="en-US" altLang="ko-KR" dirty="0"/>
          </a:p>
          <a:p>
            <a:r>
              <a:rPr lang="ko-KR" altLang="en-US" dirty="0"/>
              <a:t>구글에 </a:t>
            </a:r>
            <a:r>
              <a:rPr lang="ko-KR" altLang="en-US" dirty="0" err="1"/>
              <a:t>틱택토를</a:t>
            </a:r>
            <a:r>
              <a:rPr lang="ko-KR" altLang="en-US" dirty="0"/>
              <a:t> 치면 우리가 네이버에서 사다리 게임 </a:t>
            </a:r>
            <a:r>
              <a:rPr lang="ko-KR" altLang="en-US" dirty="0" err="1"/>
              <a:t>하는것</a:t>
            </a:r>
            <a:r>
              <a:rPr lang="ko-KR" altLang="en-US" dirty="0"/>
              <a:t> 마냥 게임을 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네 저희가 만들 것이 바로 이것입니다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122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</a:t>
            </a:r>
            <a:r>
              <a:rPr lang="ko-KR" altLang="en-US" dirty="0" err="1"/>
              <a:t>리액트</a:t>
            </a:r>
            <a:r>
              <a:rPr lang="ko-KR" altLang="en-US" dirty="0"/>
              <a:t> 프로젝트 시작을 해준다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Npm</a:t>
            </a:r>
            <a:r>
              <a:rPr lang="ko-KR" altLang="en-US" dirty="0"/>
              <a:t>을 사용해도 되고 </a:t>
            </a:r>
            <a:r>
              <a:rPr lang="en-US" altLang="ko-KR" dirty="0"/>
              <a:t>Yarn </a:t>
            </a:r>
            <a:r>
              <a:rPr lang="ko-KR" altLang="en-US" dirty="0"/>
              <a:t>을 사용해도 무방하다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</a:t>
            </a:r>
            <a:r>
              <a:rPr lang="en-US" altLang="ko-KR" dirty="0"/>
              <a:t>react</a:t>
            </a:r>
            <a:r>
              <a:rPr lang="ko-KR" altLang="en-US" dirty="0"/>
              <a:t>의 구조를 알기 위한 프로젝트 이기 때문에 </a:t>
            </a:r>
            <a:r>
              <a:rPr lang="ko-KR" altLang="en-US" dirty="0" err="1"/>
              <a:t>자바스크립를</a:t>
            </a:r>
            <a:r>
              <a:rPr lang="ko-KR" altLang="en-US" dirty="0"/>
              <a:t> 제외한</a:t>
            </a:r>
            <a:endParaRPr lang="en-US" altLang="ko-KR" dirty="0"/>
          </a:p>
          <a:p>
            <a:r>
              <a:rPr lang="en-US" altLang="ko-KR" dirty="0"/>
              <a:t>CSS</a:t>
            </a:r>
            <a:r>
              <a:rPr lang="ko-KR" altLang="en-US" dirty="0"/>
              <a:t>와 </a:t>
            </a:r>
            <a:r>
              <a:rPr lang="en-US" altLang="ko-KR" dirty="0"/>
              <a:t>HTML</a:t>
            </a:r>
            <a:r>
              <a:rPr lang="ko-KR" altLang="en-US" dirty="0"/>
              <a:t>을 공식문서의 내용을 그대로 이용했습니다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모든 </a:t>
            </a:r>
            <a:r>
              <a:rPr lang="ko-KR" altLang="en-US" dirty="0" err="1"/>
              <a:t>자바스크립코드는</a:t>
            </a:r>
            <a:r>
              <a:rPr lang="ko-KR" altLang="en-US" dirty="0"/>
              <a:t> </a:t>
            </a:r>
            <a:r>
              <a:rPr lang="en-US" altLang="ko-KR" dirty="0"/>
              <a:t>index.js</a:t>
            </a:r>
            <a:r>
              <a:rPr lang="ko-KR" altLang="en-US" dirty="0"/>
              <a:t>에 </a:t>
            </a:r>
            <a:r>
              <a:rPr lang="ko-KR" altLang="en-US" dirty="0" err="1"/>
              <a:t>작성햇고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Html, </a:t>
            </a:r>
            <a:r>
              <a:rPr lang="en-US" altLang="ko-KR" dirty="0" err="1"/>
              <a:t>Css</a:t>
            </a:r>
            <a:r>
              <a:rPr lang="ko-KR" altLang="en-US" dirty="0"/>
              <a:t>또한 각각의 위치에 작성을 </a:t>
            </a:r>
            <a:r>
              <a:rPr lang="ko-KR" altLang="en-US" dirty="0" err="1"/>
              <a:t>완료햇습니다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35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코드를 살펴보면</a:t>
            </a:r>
            <a:endParaRPr lang="en-US" altLang="ko-KR" dirty="0"/>
          </a:p>
          <a:p>
            <a:pPr marL="228600" indent="-228600">
              <a:buAutoNum type="arabicParenR"/>
            </a:pPr>
            <a:r>
              <a:rPr lang="en-US" altLang="ko-KR" dirty="0"/>
              <a:t>Square</a:t>
            </a:r>
          </a:p>
          <a:p>
            <a:pPr marL="228600" indent="-228600">
              <a:buAutoNum type="arabicParenR"/>
            </a:pPr>
            <a:r>
              <a:rPr lang="en-US" altLang="ko-KR" dirty="0"/>
              <a:t>Board </a:t>
            </a:r>
          </a:p>
          <a:p>
            <a:pPr marL="228600" indent="-228600">
              <a:buAutoNum type="arabicParenR"/>
            </a:pPr>
            <a:r>
              <a:rPr lang="en-US" altLang="ko-KR" dirty="0"/>
              <a:t>Game </a:t>
            </a:r>
            <a:r>
              <a:rPr lang="ko-KR" altLang="en-US" dirty="0"/>
              <a:t>으로 나눠진  세가지 </a:t>
            </a:r>
            <a:r>
              <a:rPr lang="ko-KR" altLang="en-US" dirty="0" err="1"/>
              <a:t>리액트</a:t>
            </a:r>
            <a:r>
              <a:rPr lang="ko-KR" altLang="en-US" dirty="0"/>
              <a:t> 컴포넌트를 확인할 수 있습니다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여기서 컴포넌트 라는 것은 앱을 이루는 최소 단위를 뜻합니다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그리고 우리는 이 컴포넌트에 </a:t>
            </a:r>
            <a:r>
              <a:rPr lang="en-US" altLang="ko-KR" dirty="0"/>
              <a:t>props</a:t>
            </a:r>
            <a:r>
              <a:rPr lang="ko-KR" altLang="en-US" dirty="0"/>
              <a:t>나 곧 배울 </a:t>
            </a:r>
            <a:r>
              <a:rPr lang="en-US" altLang="ko-KR" dirty="0"/>
              <a:t>state</a:t>
            </a:r>
            <a:r>
              <a:rPr lang="ko-KR" altLang="en-US" dirty="0"/>
              <a:t>와 같은 데이터를 </a:t>
            </a:r>
            <a:r>
              <a:rPr lang="ko-KR" altLang="en-US" dirty="0" err="1"/>
              <a:t>입력받아</a:t>
            </a:r>
            <a:r>
              <a:rPr lang="ko-KR" altLang="en-US" dirty="0"/>
              <a:t> </a:t>
            </a:r>
            <a:r>
              <a:rPr lang="en-US" altLang="ko-KR" dirty="0"/>
              <a:t>DOM </a:t>
            </a:r>
            <a:r>
              <a:rPr lang="ko-KR" altLang="en-US" dirty="0"/>
              <a:t>트리를 생성할 수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Square</a:t>
            </a:r>
            <a:r>
              <a:rPr lang="ko-KR" altLang="en-US" dirty="0"/>
              <a:t>는 </a:t>
            </a:r>
            <a:r>
              <a:rPr lang="en-US" altLang="ko-KR" dirty="0"/>
              <a:t>button</a:t>
            </a:r>
            <a:r>
              <a:rPr lang="ko-KR" altLang="en-US" dirty="0"/>
              <a:t>을 렌더링 하고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board </a:t>
            </a:r>
            <a:r>
              <a:rPr lang="ko-KR" altLang="en-US" dirty="0"/>
              <a:t>컴포넌트는 이 사각형 </a:t>
            </a:r>
            <a:r>
              <a:rPr lang="en-US" altLang="ko-KR" dirty="0"/>
              <a:t>9</a:t>
            </a:r>
            <a:r>
              <a:rPr lang="ko-KR" altLang="en-US" dirty="0"/>
              <a:t>개를 렌더링합니다</a:t>
            </a:r>
            <a:r>
              <a:rPr lang="en-US" altLang="ko-KR" dirty="0"/>
              <a:t>. </a:t>
            </a:r>
            <a:r>
              <a:rPr lang="ko-KR" altLang="en-US" dirty="0"/>
              <a:t>즉 여기서 부모 컴포넌트는 </a:t>
            </a:r>
            <a:r>
              <a:rPr lang="en-US" altLang="ko-KR" dirty="0"/>
              <a:t>Board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Vue</a:t>
            </a:r>
            <a:r>
              <a:rPr lang="ko-KR" altLang="en-US" dirty="0"/>
              <a:t>와 마찬가지로 부모</a:t>
            </a:r>
            <a:r>
              <a:rPr lang="en-US" altLang="ko-KR" dirty="0"/>
              <a:t> </a:t>
            </a:r>
            <a:r>
              <a:rPr lang="ko-KR" altLang="en-US" dirty="0"/>
              <a:t>컴포넌트에서는 자식 컴포넌트로 </a:t>
            </a:r>
            <a:r>
              <a:rPr lang="en-US" altLang="ko-KR" dirty="0"/>
              <a:t>props</a:t>
            </a:r>
            <a:r>
              <a:rPr lang="ko-KR" altLang="en-US" dirty="0"/>
              <a:t>를 전달 할 수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마지막으로 </a:t>
            </a:r>
            <a:r>
              <a:rPr lang="en-US" altLang="ko-KR" dirty="0"/>
              <a:t>Game</a:t>
            </a:r>
            <a:r>
              <a:rPr lang="ko-KR" altLang="en-US" dirty="0"/>
              <a:t>은 게임판을 렌더링하고 나중에 수정할 자리를 표시할 값을 갖고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859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Props </a:t>
            </a:r>
            <a:r>
              <a:rPr lang="ko-KR" altLang="en-US" dirty="0"/>
              <a:t>사용법에 대해서 알아보겠습니다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Board </a:t>
            </a:r>
            <a:r>
              <a:rPr lang="ko-KR" altLang="en-US" dirty="0"/>
              <a:t>컴포넌트에서 </a:t>
            </a:r>
            <a:r>
              <a:rPr lang="en-US" altLang="ko-KR" dirty="0" err="1"/>
              <a:t>renderSquare</a:t>
            </a:r>
            <a:r>
              <a:rPr lang="ko-KR" altLang="en-US" dirty="0"/>
              <a:t>라는 함수를 만들고</a:t>
            </a:r>
            <a:endParaRPr lang="en-US" altLang="ko-KR" dirty="0"/>
          </a:p>
          <a:p>
            <a:r>
              <a:rPr lang="ko-KR" altLang="en-US" dirty="0"/>
              <a:t>각각의 숫자에 맞춰 아래에서 이 함수를 </a:t>
            </a:r>
            <a:r>
              <a:rPr lang="en-US" altLang="ko-KR" dirty="0"/>
              <a:t>render </a:t>
            </a:r>
            <a:r>
              <a:rPr lang="ko-KR" altLang="en-US" dirty="0"/>
              <a:t>해주게 되면 </a:t>
            </a:r>
            <a:r>
              <a:rPr lang="en-US" altLang="ko-KR" dirty="0"/>
              <a:t>9</a:t>
            </a:r>
            <a:r>
              <a:rPr lang="ko-KR" altLang="en-US" dirty="0"/>
              <a:t>개의 네모난 버튼을 만들어 줍니다 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부모 컴포넌트인 </a:t>
            </a:r>
            <a:r>
              <a:rPr lang="en-US" altLang="ko-KR" dirty="0"/>
              <a:t>Board</a:t>
            </a:r>
            <a:r>
              <a:rPr lang="ko-KR" altLang="en-US" dirty="0"/>
              <a:t>에서 넘길 자료형을 변수명에 담아 주면 </a:t>
            </a:r>
            <a:r>
              <a:rPr lang="en-US" altLang="ko-KR" dirty="0"/>
              <a:t>Square</a:t>
            </a:r>
            <a:r>
              <a:rPr lang="ko-KR" altLang="en-US" dirty="0"/>
              <a:t>에서 </a:t>
            </a:r>
            <a:r>
              <a:rPr lang="en-US" altLang="ko-KR" dirty="0"/>
              <a:t>props</a:t>
            </a:r>
            <a:r>
              <a:rPr lang="ko-KR" altLang="en-US" dirty="0"/>
              <a:t>의 </a:t>
            </a:r>
            <a:r>
              <a:rPr lang="en-US" altLang="ko-KR" dirty="0"/>
              <a:t>value</a:t>
            </a:r>
            <a:r>
              <a:rPr lang="ko-KR" altLang="en-US" dirty="0"/>
              <a:t>로 접근하면 사용이 가능하다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되면 버튼에 넘겨준 값들을 출력할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479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다음은 </a:t>
            </a:r>
            <a:r>
              <a:rPr lang="en-US" altLang="ko-KR" dirty="0"/>
              <a:t>state</a:t>
            </a:r>
            <a:r>
              <a:rPr lang="ko-KR" altLang="en-US" dirty="0"/>
              <a:t> 설정하는 법을 알아보겠습니다</a:t>
            </a:r>
            <a:endParaRPr lang="en-US" altLang="ko-KR" dirty="0"/>
          </a:p>
          <a:p>
            <a:r>
              <a:rPr lang="en-US" altLang="ko-KR" dirty="0"/>
              <a:t>State</a:t>
            </a:r>
            <a:r>
              <a:rPr lang="ko-KR" altLang="en-US" dirty="0"/>
              <a:t>는 </a:t>
            </a:r>
            <a:r>
              <a:rPr lang="ko-KR" altLang="en-US" dirty="0" err="1"/>
              <a:t>리액트를</a:t>
            </a:r>
            <a:r>
              <a:rPr lang="ko-KR" altLang="en-US" dirty="0"/>
              <a:t> 다루는 핵심입니다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Props</a:t>
            </a:r>
            <a:r>
              <a:rPr lang="ko-KR" altLang="en-US" dirty="0"/>
              <a:t>처럼 렌더링 결과물에 영향을 주는 데이터긴 하지만</a:t>
            </a:r>
            <a:endParaRPr lang="en-US" altLang="ko-KR" dirty="0"/>
          </a:p>
          <a:p>
            <a:r>
              <a:rPr lang="ko-KR" altLang="en-US" dirty="0"/>
              <a:t>데이터를 수정할 때 읽기 전용인 </a:t>
            </a:r>
            <a:r>
              <a:rPr lang="en-US" altLang="ko-KR" dirty="0"/>
              <a:t>props</a:t>
            </a:r>
            <a:r>
              <a:rPr lang="ko-KR" altLang="en-US" dirty="0"/>
              <a:t>에서는 저장이 불가합니다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이에 모든 컴포넌트는 </a:t>
            </a:r>
            <a:r>
              <a:rPr lang="en-US" altLang="ko-KR" dirty="0"/>
              <a:t>state</a:t>
            </a:r>
            <a:r>
              <a:rPr lang="ko-KR" altLang="en-US" dirty="0"/>
              <a:t>를 갖고 있으며</a:t>
            </a:r>
            <a:r>
              <a:rPr lang="en-US" altLang="ko-KR" dirty="0"/>
              <a:t>, state</a:t>
            </a:r>
            <a:r>
              <a:rPr lang="ko-KR" altLang="en-US" dirty="0"/>
              <a:t>에서는 변경된 데이터를 관리할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State</a:t>
            </a:r>
            <a:r>
              <a:rPr lang="ko-KR" altLang="en-US" dirty="0"/>
              <a:t>를 만드는 방법입니다</a:t>
            </a:r>
            <a:r>
              <a:rPr lang="en-US" altLang="ko-KR" dirty="0"/>
              <a:t>. (click)</a:t>
            </a:r>
          </a:p>
          <a:p>
            <a:r>
              <a:rPr lang="en-US" altLang="ko-KR" dirty="0"/>
              <a:t>constructor </a:t>
            </a:r>
            <a:r>
              <a:rPr lang="ko-KR" altLang="en-US" dirty="0"/>
              <a:t>생성자에 </a:t>
            </a:r>
            <a:r>
              <a:rPr lang="en-US" altLang="ko-KR" dirty="0" err="1"/>
              <a:t>this.state</a:t>
            </a:r>
            <a:r>
              <a:rPr lang="ko-KR" altLang="en-US" dirty="0"/>
              <a:t>를 설정해주는 것으로 </a:t>
            </a:r>
            <a:r>
              <a:rPr lang="en-US" altLang="ko-KR" dirty="0"/>
              <a:t>state</a:t>
            </a:r>
            <a:r>
              <a:rPr lang="ko-KR" altLang="en-US" dirty="0"/>
              <a:t>를 가질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(click)</a:t>
            </a:r>
          </a:p>
          <a:p>
            <a:r>
              <a:rPr lang="en-US" altLang="ko-KR" dirty="0"/>
              <a:t>State</a:t>
            </a:r>
            <a:r>
              <a:rPr lang="ko-KR" altLang="en-US" dirty="0"/>
              <a:t>를 변경하는 법은</a:t>
            </a:r>
            <a:r>
              <a:rPr lang="en-US" altLang="ko-KR" dirty="0"/>
              <a:t> </a:t>
            </a:r>
            <a:r>
              <a:rPr lang="en-US" altLang="ko-KR" dirty="0" err="1"/>
              <a:t>setState</a:t>
            </a:r>
            <a:r>
              <a:rPr lang="ko-KR" altLang="en-US" dirty="0"/>
              <a:t>로 가능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버튼에 </a:t>
            </a:r>
            <a:r>
              <a:rPr lang="en-US" altLang="ko-KR" dirty="0"/>
              <a:t>Click </a:t>
            </a:r>
            <a:r>
              <a:rPr lang="ko-KR" altLang="en-US" dirty="0"/>
              <a:t>이벤트를 만들어 누르면 </a:t>
            </a:r>
            <a:r>
              <a:rPr lang="en-US" altLang="ko-KR" dirty="0"/>
              <a:t>State</a:t>
            </a:r>
            <a:r>
              <a:rPr lang="ko-KR" altLang="en-US" dirty="0"/>
              <a:t>의 </a:t>
            </a:r>
            <a:r>
              <a:rPr lang="en-US" altLang="ko-KR" dirty="0"/>
              <a:t>value </a:t>
            </a:r>
            <a:r>
              <a:rPr lang="ko-KR" altLang="en-US" dirty="0"/>
              <a:t>값을 </a:t>
            </a:r>
            <a:r>
              <a:rPr lang="en-US" altLang="ko-KR" dirty="0"/>
              <a:t>‘x’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만들게 하고 </a:t>
            </a:r>
            <a:endParaRPr lang="en-US" altLang="ko-KR" dirty="0"/>
          </a:p>
          <a:p>
            <a:r>
              <a:rPr lang="en-US" altLang="ko-KR" dirty="0"/>
              <a:t>This</a:t>
            </a:r>
            <a:r>
              <a:rPr lang="ko-KR" altLang="en-US" dirty="0"/>
              <a:t>의 </a:t>
            </a:r>
            <a:r>
              <a:rPr lang="en-US" altLang="ko-KR" dirty="0"/>
              <a:t>state</a:t>
            </a:r>
            <a:r>
              <a:rPr lang="ko-KR" altLang="en-US" dirty="0"/>
              <a:t>의 </a:t>
            </a:r>
            <a:r>
              <a:rPr lang="en-US" altLang="ko-KR" dirty="0"/>
              <a:t>value </a:t>
            </a:r>
            <a:r>
              <a:rPr lang="ko-KR" altLang="en-US" dirty="0"/>
              <a:t>값을 통해서 보여줍니다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되면 버튼을 클릭할 때마다 </a:t>
            </a:r>
            <a:r>
              <a:rPr lang="en-US" altLang="ko-KR" dirty="0"/>
              <a:t>state</a:t>
            </a:r>
            <a:r>
              <a:rPr lang="ko-KR" altLang="en-US" dirty="0"/>
              <a:t>가 </a:t>
            </a:r>
            <a:r>
              <a:rPr lang="ko-KR" altLang="en-US" dirty="0" err="1"/>
              <a:t>바껴</a:t>
            </a:r>
            <a:r>
              <a:rPr lang="ko-KR" altLang="en-US" dirty="0"/>
              <a:t> 매번 렌더링하게 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264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본격적으로 코드를 수정해 보겠습니다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Board </a:t>
            </a:r>
            <a:r>
              <a:rPr lang="ko-KR" altLang="en-US" dirty="0"/>
              <a:t>에서도 </a:t>
            </a:r>
            <a:r>
              <a:rPr lang="en-US" altLang="ko-KR" dirty="0"/>
              <a:t>state</a:t>
            </a:r>
            <a:r>
              <a:rPr lang="ko-KR" altLang="en-US" dirty="0"/>
              <a:t>를 만들고 </a:t>
            </a:r>
            <a:endParaRPr lang="en-US" altLang="ko-KR" dirty="0"/>
          </a:p>
          <a:p>
            <a:r>
              <a:rPr lang="en-US" altLang="ko-KR" dirty="0"/>
              <a:t>squares </a:t>
            </a:r>
            <a:r>
              <a:rPr lang="ko-KR" altLang="en-US" dirty="0"/>
              <a:t>라는 </a:t>
            </a:r>
            <a:r>
              <a:rPr lang="en-US" altLang="ko-KR" dirty="0"/>
              <a:t>9</a:t>
            </a:r>
            <a:r>
              <a:rPr lang="ko-KR" altLang="en-US" dirty="0"/>
              <a:t>개의 기본값이 </a:t>
            </a:r>
            <a:r>
              <a:rPr lang="en-US" altLang="ko-KR" dirty="0"/>
              <a:t>null</a:t>
            </a:r>
            <a:r>
              <a:rPr lang="ko-KR" altLang="en-US" dirty="0"/>
              <a:t>인 </a:t>
            </a:r>
            <a:r>
              <a:rPr lang="en-US" altLang="ko-KR" dirty="0"/>
              <a:t>Array</a:t>
            </a:r>
            <a:r>
              <a:rPr lang="ko-KR" altLang="en-US" dirty="0"/>
              <a:t>를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I</a:t>
            </a:r>
            <a:r>
              <a:rPr lang="ko-KR" altLang="en-US" dirty="0"/>
              <a:t>번을 핸들클릭 하게 되면  </a:t>
            </a:r>
            <a:endParaRPr lang="en-US" altLang="ko-KR" dirty="0"/>
          </a:p>
          <a:p>
            <a:r>
              <a:rPr lang="en-US" altLang="ko-KR" dirty="0"/>
              <a:t>Squares</a:t>
            </a:r>
            <a:r>
              <a:rPr lang="ko-KR" altLang="en-US" dirty="0"/>
              <a:t>라는 새로운 값에 </a:t>
            </a:r>
            <a:r>
              <a:rPr lang="en-US" altLang="ko-KR" dirty="0"/>
              <a:t>state</a:t>
            </a:r>
            <a:r>
              <a:rPr lang="ko-KR" altLang="en-US" dirty="0"/>
              <a:t>의 값을 그냥 그대로 들고 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그리고 그 </a:t>
            </a:r>
            <a:r>
              <a:rPr lang="en-US" altLang="ko-KR" dirty="0"/>
              <a:t>square</a:t>
            </a:r>
            <a:r>
              <a:rPr lang="ko-KR" altLang="en-US" dirty="0"/>
              <a:t>의 </a:t>
            </a:r>
            <a:r>
              <a:rPr lang="en-US" altLang="ko-KR" dirty="0"/>
              <a:t>I</a:t>
            </a:r>
            <a:r>
              <a:rPr lang="ko-KR" altLang="en-US" dirty="0"/>
              <a:t>값을 </a:t>
            </a:r>
            <a:r>
              <a:rPr lang="en-US" altLang="ko-KR" dirty="0"/>
              <a:t>x</a:t>
            </a:r>
            <a:r>
              <a:rPr lang="ko-KR" altLang="en-US" dirty="0"/>
              <a:t>로 바꿔주고  </a:t>
            </a:r>
            <a:endParaRPr lang="en-US" altLang="ko-KR" dirty="0"/>
          </a:p>
          <a:p>
            <a:r>
              <a:rPr lang="en-US" altLang="ko-KR" dirty="0" err="1"/>
              <a:t>setState</a:t>
            </a:r>
            <a:r>
              <a:rPr lang="ko-KR" altLang="en-US" dirty="0"/>
              <a:t>로 원래 스퀘어에 새로운 스퀘어로 갈아 치우게 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왜 그렇게 했을까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State</a:t>
            </a:r>
            <a:r>
              <a:rPr lang="ko-KR" altLang="en-US" dirty="0"/>
              <a:t>의 값을 직접 변경하는 것이 아닌 새로운 사본으로 데이터를 교체를 하기 위해서 이다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원본 데이터를 유지하는 것이 목적인데 </a:t>
            </a:r>
            <a:r>
              <a:rPr lang="en-US" altLang="ko-KR" dirty="0"/>
              <a:t>, </a:t>
            </a:r>
            <a:r>
              <a:rPr lang="ko-KR" altLang="en-US" dirty="0"/>
              <a:t>초기의 데이터를 유지해두면 재사용이 용이하기 때문이다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앞으로 우리는 </a:t>
            </a:r>
            <a:r>
              <a:rPr lang="en-US" altLang="ko-KR" dirty="0"/>
              <a:t>react</a:t>
            </a:r>
            <a:r>
              <a:rPr lang="ko-KR" altLang="en-US" dirty="0"/>
              <a:t>에서 </a:t>
            </a:r>
            <a:r>
              <a:rPr lang="ko-KR" altLang="en-US" dirty="0" err="1"/>
              <a:t>이런식으로</a:t>
            </a:r>
            <a:r>
              <a:rPr lang="ko-KR" altLang="en-US" dirty="0"/>
              <a:t> </a:t>
            </a:r>
            <a:r>
              <a:rPr lang="en-US" altLang="ko-KR" dirty="0"/>
              <a:t>state</a:t>
            </a:r>
            <a:r>
              <a:rPr lang="ko-KR" altLang="en-US" dirty="0"/>
              <a:t>를 바꾸는 것으로 약속할 것입니다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569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다음은 </a:t>
            </a:r>
            <a:r>
              <a:rPr lang="en-US" altLang="ko-KR" dirty="0" err="1"/>
              <a:t>xIsNext</a:t>
            </a:r>
            <a:r>
              <a:rPr lang="en-US" altLang="ko-KR" dirty="0"/>
              <a:t> </a:t>
            </a:r>
            <a:r>
              <a:rPr lang="ko-KR" altLang="en-US" dirty="0"/>
              <a:t>로 다음차례가 </a:t>
            </a:r>
            <a:r>
              <a:rPr lang="en-US" altLang="ko-KR" dirty="0"/>
              <a:t>x</a:t>
            </a:r>
            <a:r>
              <a:rPr lang="ko-KR" altLang="en-US" dirty="0"/>
              <a:t>인지 </a:t>
            </a:r>
            <a:r>
              <a:rPr lang="en-US" altLang="ko-KR" dirty="0"/>
              <a:t>o</a:t>
            </a:r>
            <a:r>
              <a:rPr lang="ko-KR" altLang="en-US" dirty="0"/>
              <a:t>인지 확인하는 값을 넣어주고</a:t>
            </a:r>
            <a:endParaRPr lang="en-US" altLang="ko-KR" dirty="0"/>
          </a:p>
          <a:p>
            <a:r>
              <a:rPr lang="ko-KR" altLang="en-US" dirty="0"/>
              <a:t>클릭할 때마다 이전 값의 반대로 값을 저장해 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13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Calculater</a:t>
            </a:r>
            <a:r>
              <a:rPr lang="en-US" altLang="ko-KR" dirty="0"/>
              <a:t> </a:t>
            </a:r>
            <a:r>
              <a:rPr lang="ko-KR" altLang="en-US" dirty="0"/>
              <a:t>함수입니다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Lines</a:t>
            </a:r>
            <a:r>
              <a:rPr lang="ko-KR" altLang="en-US" dirty="0"/>
              <a:t>의 모든 값들을 하나씩 저장해서 </a:t>
            </a:r>
            <a:r>
              <a:rPr lang="en-US" altLang="ko-KR" dirty="0"/>
              <a:t>squares</a:t>
            </a:r>
            <a:r>
              <a:rPr lang="ko-KR" altLang="en-US" dirty="0"/>
              <a:t>의 이 숫자의 값들이 </a:t>
            </a:r>
            <a:r>
              <a:rPr lang="en-US" altLang="ko-KR" dirty="0"/>
              <a:t>o</a:t>
            </a:r>
            <a:r>
              <a:rPr lang="ko-KR" altLang="en-US" dirty="0"/>
              <a:t>인지 </a:t>
            </a:r>
            <a:r>
              <a:rPr lang="en-US" altLang="ko-KR" dirty="0"/>
              <a:t>x</a:t>
            </a:r>
            <a:r>
              <a:rPr lang="ko-KR" altLang="en-US" dirty="0"/>
              <a:t>인지 그리고 그 값들이 </a:t>
            </a:r>
            <a:r>
              <a:rPr lang="ko-KR" altLang="en-US" dirty="0" err="1"/>
              <a:t>같은지</a:t>
            </a:r>
            <a:r>
              <a:rPr lang="ko-KR" altLang="en-US" dirty="0"/>
              <a:t> 확인해 주면 우승자를 찾을 수 있게 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592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승자 </a:t>
            </a:r>
            <a:r>
              <a:rPr lang="ko-KR" altLang="en-US" dirty="0" err="1"/>
              <a:t>를</a:t>
            </a:r>
            <a:r>
              <a:rPr lang="ko-KR" altLang="en-US" dirty="0"/>
              <a:t> 결정하는 법입니다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칼큘레이트</a:t>
            </a:r>
            <a:r>
              <a:rPr lang="ko-KR" altLang="en-US" dirty="0"/>
              <a:t> 함수를 사용해 우승자를 저장하고 </a:t>
            </a:r>
            <a:endParaRPr lang="en-US" altLang="ko-KR" dirty="0"/>
          </a:p>
          <a:p>
            <a:r>
              <a:rPr lang="en-US" altLang="ko-KR" dirty="0"/>
              <a:t>Status</a:t>
            </a:r>
            <a:r>
              <a:rPr lang="ko-KR" altLang="en-US" dirty="0"/>
              <a:t>의 값에 문자열로 저장을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이 값이 정해지게 된다면</a:t>
            </a:r>
            <a:r>
              <a:rPr lang="en-US" altLang="ko-KR" dirty="0"/>
              <a:t> , </a:t>
            </a:r>
            <a:r>
              <a:rPr lang="ko-KR" altLang="en-US" dirty="0"/>
              <a:t>우승자가 있거나 이미 채워진 값이라면 버튼이 동작하지 않게 하는 값을 추가해서 마무리가 되게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559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여기까지 저의 프로젝트 결과입니다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리액트가</a:t>
            </a:r>
            <a:r>
              <a:rPr lang="ko-KR" altLang="en-US" dirty="0"/>
              <a:t> </a:t>
            </a:r>
            <a:r>
              <a:rPr lang="ko-KR" altLang="en-US" dirty="0" err="1"/>
              <a:t>익숙치</a:t>
            </a:r>
            <a:r>
              <a:rPr lang="ko-KR" altLang="en-US" dirty="0"/>
              <a:t> 않아서 열심히 따라만 해본 결과물이었습니다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Props</a:t>
            </a:r>
            <a:r>
              <a:rPr lang="ko-KR" altLang="en-US" dirty="0"/>
              <a:t>처럼 </a:t>
            </a:r>
            <a:r>
              <a:rPr lang="en-US" altLang="ko-KR" dirty="0"/>
              <a:t>Vue</a:t>
            </a:r>
            <a:r>
              <a:rPr lang="ko-KR" altLang="en-US" dirty="0"/>
              <a:t>와 비슷한 부분도 많아서 접근성은 괜찮았습니다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state</a:t>
            </a:r>
            <a:r>
              <a:rPr lang="ko-KR" altLang="en-US" dirty="0"/>
              <a:t>같이 어려운 부분도 있었습니다만 편리한 기능이고 계속 알고 싶은 기술들이 많아</a:t>
            </a:r>
            <a:endParaRPr lang="en-US" altLang="ko-KR" dirty="0"/>
          </a:p>
          <a:p>
            <a:r>
              <a:rPr lang="ko-KR" altLang="en-US" dirty="0"/>
              <a:t>이번 기회로 </a:t>
            </a:r>
            <a:r>
              <a:rPr lang="en-US" altLang="ko-KR" dirty="0"/>
              <a:t>react</a:t>
            </a:r>
            <a:r>
              <a:rPr lang="ko-KR" altLang="en-US" dirty="0"/>
              <a:t>에 입문해서 제대로 공부해야 </a:t>
            </a:r>
            <a:r>
              <a:rPr lang="ko-KR" altLang="en-US" dirty="0" err="1"/>
              <a:t>겠다고</a:t>
            </a:r>
            <a:r>
              <a:rPr lang="ko-KR" altLang="en-US" dirty="0"/>
              <a:t> 생각하게 되었습니다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AE6E1-BBD2-449D-A920-838710C97C6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766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DEB00-D50A-46DE-B3EF-7E4A1CC8C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D5647C-EB46-493C-A7A8-98E9929CD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0DDFA-DB50-4944-9EAE-8B2D70AC9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0511EF-60BA-4D6B-BF95-828CB10C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288E4-4B1E-4E22-9A45-430BF6FA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254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3B6BF-EA31-4B0B-A79C-9A041A10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190565-4813-4744-825C-8EB419529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0429E9-7C7B-45B9-A6FF-BD15BDBF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61E5E-4ED3-49DE-AC25-C84A45E58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E5F708-5520-4103-904A-FB1C6018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87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E81A7-047B-4348-A457-9696914A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D56059-7676-4F7E-8036-E2B831B53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2312E0-28A3-4896-A8C5-5E8179BA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C10079-8097-4C51-B00D-CECCB2D4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34E6EF-74F5-4D9A-860F-5BEEABD9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2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49E81-F87C-40EF-B9FA-B6D09AFD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A2876-CDE9-4AD7-8E2D-F8585CA64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6C4193-7F2B-4BAA-8CBC-F9F22BCF0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72E27B-7EFF-42E4-9F76-820DC0A3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E6B7D9-EDB8-42BB-8845-829D2CD3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CFB9CD-E4A2-424A-AC09-246338E46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68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62157-0075-4685-99D3-0775B07D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2BB63A-3C01-4D64-AE2B-E91869599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B8ED92-CEB9-48ED-9AD9-98B33C204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DA46A7-7769-442D-94F2-A79ACA132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731DCE-D86B-4F4C-9724-766567AED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7175D-DE20-4DED-A4B4-B2A2C673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A4F4E6-FA59-4066-B0EB-2A29E3FE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911723-D59A-48AD-AE37-6F7C4E05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40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513E9-C79D-4F94-80E9-AF28D2C0D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B1BA5A-089F-4E13-A8F2-4955A88C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BBC2E0-9698-408E-BFFD-1E194DF6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F7F63A-158B-40BD-8AC0-7319B3CE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05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4F4584-04A7-4EC8-8ABD-AD725B47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E65A7C-A448-413C-A050-9744A1A1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91B370-46B8-47D1-AC4F-A6C25EA4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01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B3018-8758-4988-9E73-B2171382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A3632-0E2B-492D-8FF1-E9D7E23A0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D83FE6-0685-4E7D-9727-8029E5BC7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353D71-9208-4C9E-A2E1-8C598AEC6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BA782-D566-4CCD-88D7-31BEA858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6707F9-94F0-4BE9-9C1D-BC94B66B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41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4880D-99EE-4B4D-96FB-6E2291CD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D0978D-8344-43B3-87AF-E5FA40ADD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07F58F-6B6F-485C-89BB-ED69300B3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C6A06F-FEA0-49A5-AFD4-C11CB14D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5FA342-0799-49CB-8A32-D53E17C8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B95DA2-0073-410E-A37B-1EF71BA5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7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DC8CF-32F3-4A3D-950C-AD28CF5B2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A35B13-827D-4296-A775-3338E582E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82730B-11F7-4A1F-9800-37970D0B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134E17-E531-4FA1-A7BD-CD1A95A0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EC9402-B0BF-4534-B3A4-D96123AE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31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1BD48F-5B77-459E-AE62-C7592AD78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F12143-B81C-4FCB-BF13-B5B181228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1CFBAB-69F0-4C66-B499-24A04476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653CF4-B885-4AEB-B76A-A218BD68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428B65-CA67-4B1B-8D18-9685AAED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67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CB8E57-D660-4F42-A337-EC4D09E1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7F2EBA-1BFE-4EB8-86A8-E19241104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523D0F-3BB2-423C-8A62-DC61CC3B2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23B16-D81B-4DC4-81E2-D7B4A1EF2153}" type="datetimeFigureOut">
              <a:rPr lang="ko-KR" altLang="en-US" smtClean="0"/>
              <a:t>2021-12-28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089ED4-0A55-4BAF-B77D-DE04F4779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C084AD-C1BA-4624-87F5-36AF3587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C8BC7-0782-4A36-A1F3-00B6A4B402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45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E9DFCE-50E8-4CFB-910B-CF8361143973}"/>
              </a:ext>
            </a:extLst>
          </p:cNvPr>
          <p:cNvSpPr txBox="1"/>
          <p:nvPr/>
        </p:nvSpPr>
        <p:spPr>
          <a:xfrm>
            <a:off x="9717932" y="56420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임현홍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D7282A-F00D-4F5A-AA01-8291979C2A65}"/>
              </a:ext>
            </a:extLst>
          </p:cNvPr>
          <p:cNvSpPr txBox="1"/>
          <p:nvPr/>
        </p:nvSpPr>
        <p:spPr>
          <a:xfrm>
            <a:off x="2146571" y="1412894"/>
            <a:ext cx="7743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React</a:t>
            </a:r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이용한 </a:t>
            </a:r>
            <a:r>
              <a:rPr lang="en-US" altLang="ko-KR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Tic Tac Toe</a:t>
            </a:r>
            <a:endParaRPr lang="ko-KR" altLang="en-US" sz="48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A3E84F-BA8F-481F-86CE-A7E8D2CED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85" y="2773486"/>
            <a:ext cx="2338962" cy="233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40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7553BF-8A9B-4E7A-BA34-18E24C4DD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104" y="1522932"/>
            <a:ext cx="4215740" cy="42157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738B3E5-243F-47F3-A7E3-102B36C1D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349" y="1564017"/>
            <a:ext cx="73533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2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B981EE-EE80-400D-BC9A-21751AB54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604" y="1056904"/>
            <a:ext cx="3139539" cy="31395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ED8234-89AB-4DD3-87DF-9C59415C0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005" y="1496369"/>
            <a:ext cx="2045446" cy="2045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D5078C-033A-42C2-81EE-133D6E9E7B18}"/>
              </a:ext>
            </a:extLst>
          </p:cNvPr>
          <p:cNvSpPr txBox="1"/>
          <p:nvPr/>
        </p:nvSpPr>
        <p:spPr>
          <a:xfrm>
            <a:off x="1966603" y="4108862"/>
            <a:ext cx="39948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2000" b="1" dirty="0">
                <a:solidFill>
                  <a:schemeClr val="bg1"/>
                </a:solidFill>
              </a:rPr>
              <a:t>Client Side Rendering</a:t>
            </a:r>
          </a:p>
          <a:p>
            <a:pPr marL="285750" indent="-285750">
              <a:buFontTx/>
              <a:buChar char="-"/>
            </a:pPr>
            <a:endParaRPr lang="en-US" altLang="ko-KR" sz="20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2000" b="1" dirty="0">
                <a:solidFill>
                  <a:schemeClr val="bg1"/>
                </a:solidFill>
              </a:rPr>
              <a:t>간편한 프로젝트 설정과 제작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r>
              <a:rPr lang="ko-KR" altLang="en-US" sz="2000" b="1" dirty="0">
                <a:solidFill>
                  <a:schemeClr val="bg1"/>
                </a:solidFill>
              </a:rPr>
              <a:t> 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2000" b="1" dirty="0">
                <a:solidFill>
                  <a:schemeClr val="bg1"/>
                </a:solidFill>
              </a:rPr>
              <a:t>빠른 렌더링과 더 작은 용량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sz="20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2000" b="1" dirty="0">
                <a:solidFill>
                  <a:schemeClr val="bg1"/>
                </a:solidFill>
              </a:rPr>
              <a:t>Template</a:t>
            </a:r>
            <a:r>
              <a:rPr lang="ko-KR" altLang="en-US" sz="2000" b="1" dirty="0">
                <a:solidFill>
                  <a:schemeClr val="bg1"/>
                </a:solidFill>
              </a:rPr>
              <a:t> 사용가능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A9141-0D27-4F47-A844-B6A31147337F}"/>
              </a:ext>
            </a:extLst>
          </p:cNvPr>
          <p:cNvSpPr txBox="1"/>
          <p:nvPr/>
        </p:nvSpPr>
        <p:spPr>
          <a:xfrm>
            <a:off x="6923313" y="4196443"/>
            <a:ext cx="57830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2000" b="1" dirty="0">
                <a:solidFill>
                  <a:schemeClr val="bg1"/>
                </a:solidFill>
              </a:rPr>
              <a:t>Server Side Rendering</a:t>
            </a:r>
            <a:r>
              <a:rPr lang="ko-KR" altLang="en-US" sz="2000" b="1" dirty="0">
                <a:solidFill>
                  <a:schemeClr val="bg1"/>
                </a:solidFill>
              </a:rPr>
              <a:t> 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sz="20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2000" b="1" dirty="0">
                <a:solidFill>
                  <a:schemeClr val="bg1"/>
                </a:solidFill>
              </a:rPr>
              <a:t>큰 규모 작업에서 유리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sz="2000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2000" b="1" dirty="0">
                <a:solidFill>
                  <a:schemeClr val="bg1"/>
                </a:solidFill>
              </a:rPr>
              <a:t>React Native</a:t>
            </a:r>
            <a:r>
              <a:rPr lang="ko-KR" altLang="en-US" sz="2000" b="1" dirty="0">
                <a:solidFill>
                  <a:schemeClr val="bg1"/>
                </a:solidFill>
              </a:rPr>
              <a:t>로 앱 개발도 가능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endParaRPr lang="en-US" altLang="ko-K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784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F00D64-4758-4F4E-B021-76BA4CB57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104" y="1522932"/>
            <a:ext cx="4215740" cy="421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6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E5545-2787-499B-88AA-96B0121341D7}"/>
              </a:ext>
            </a:extLst>
          </p:cNvPr>
          <p:cNvSpPr txBox="1"/>
          <p:nvPr/>
        </p:nvSpPr>
        <p:spPr>
          <a:xfrm>
            <a:off x="4702629" y="775243"/>
            <a:ext cx="3788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</a:rPr>
              <a:t>Tic Tac Toe ?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30 + 무료 Tic Tac Toe &amp; 게임 이미지">
            <a:extLst>
              <a:ext uri="{FF2B5EF4-FFF2-40B4-BE49-F238E27FC236}">
                <a16:creationId xmlns:a16="http://schemas.microsoft.com/office/drawing/2014/main" id="{4C1A3BAF-1069-4DF3-B4BF-0F4B8BC27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967" y="1651867"/>
            <a:ext cx="4430890" cy="443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8A8B31-AD13-4F97-8465-C6AEF6A9C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9392" y="1421574"/>
            <a:ext cx="7229475" cy="543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8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FF8CEF-E59C-49F3-A549-1A2227853832}"/>
              </a:ext>
            </a:extLst>
          </p:cNvPr>
          <p:cNvSpPr txBox="1"/>
          <p:nvPr/>
        </p:nvSpPr>
        <p:spPr>
          <a:xfrm>
            <a:off x="1509095" y="1269543"/>
            <a:ext cx="570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$ yarn create react-app tic-tac-toe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2FF6DF-2CBA-4ADF-9870-4998A2B96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95" y="2006930"/>
            <a:ext cx="5449845" cy="43167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8569C00-B2B3-4F9E-861C-90CB6EFA3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430" y="2291937"/>
            <a:ext cx="2657475" cy="431676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60E06AA-C42B-4E33-BA7B-E637466C0C2C}"/>
              </a:ext>
            </a:extLst>
          </p:cNvPr>
          <p:cNvSpPr/>
          <p:nvPr/>
        </p:nvSpPr>
        <p:spPr>
          <a:xfrm>
            <a:off x="8419605" y="4450317"/>
            <a:ext cx="878774" cy="240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8075D8-5386-4E28-84CB-1FC21B1AF8B6}"/>
              </a:ext>
            </a:extLst>
          </p:cNvPr>
          <p:cNvSpPr/>
          <p:nvPr/>
        </p:nvSpPr>
        <p:spPr>
          <a:xfrm>
            <a:off x="8475392" y="3228663"/>
            <a:ext cx="1096119" cy="240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353ECD-32EF-4A34-89DE-F6DF069F147C}"/>
              </a:ext>
            </a:extLst>
          </p:cNvPr>
          <p:cNvSpPr/>
          <p:nvPr/>
        </p:nvSpPr>
        <p:spPr>
          <a:xfrm>
            <a:off x="8419605" y="4209881"/>
            <a:ext cx="934562" cy="240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98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B555A6-02BA-4404-A372-40DBDFBA9E6D}"/>
              </a:ext>
            </a:extLst>
          </p:cNvPr>
          <p:cNvSpPr/>
          <p:nvPr/>
        </p:nvSpPr>
        <p:spPr>
          <a:xfrm>
            <a:off x="3610099" y="1350819"/>
            <a:ext cx="4643252" cy="43493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C66099-470C-4278-ABE7-AD934C9CE7AA}"/>
              </a:ext>
            </a:extLst>
          </p:cNvPr>
          <p:cNvSpPr/>
          <p:nvPr/>
        </p:nvSpPr>
        <p:spPr>
          <a:xfrm>
            <a:off x="4104904" y="1754579"/>
            <a:ext cx="1223159" cy="1199408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square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8879F9-15C7-4AD6-B35A-46245189650D}"/>
              </a:ext>
            </a:extLst>
          </p:cNvPr>
          <p:cNvSpPr/>
          <p:nvPr/>
        </p:nvSpPr>
        <p:spPr>
          <a:xfrm>
            <a:off x="5377542" y="1754579"/>
            <a:ext cx="1223159" cy="1199408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square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5E25A2-8C00-4E3A-9278-F93FB969AF2F}"/>
              </a:ext>
            </a:extLst>
          </p:cNvPr>
          <p:cNvSpPr/>
          <p:nvPr/>
        </p:nvSpPr>
        <p:spPr>
          <a:xfrm>
            <a:off x="6650181" y="1754579"/>
            <a:ext cx="1223159" cy="1199408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square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0C35A2-6A24-45E5-B448-87597206DBBB}"/>
              </a:ext>
            </a:extLst>
          </p:cNvPr>
          <p:cNvSpPr/>
          <p:nvPr/>
        </p:nvSpPr>
        <p:spPr>
          <a:xfrm>
            <a:off x="4104904" y="3031176"/>
            <a:ext cx="1223159" cy="1199408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square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E5719B-7332-4E39-94A4-CAB2B10FB6B7}"/>
              </a:ext>
            </a:extLst>
          </p:cNvPr>
          <p:cNvSpPr/>
          <p:nvPr/>
        </p:nvSpPr>
        <p:spPr>
          <a:xfrm>
            <a:off x="5377542" y="3031176"/>
            <a:ext cx="1223159" cy="1199408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square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909989-4139-4B36-8B45-F9B5ABCFEDB5}"/>
              </a:ext>
            </a:extLst>
          </p:cNvPr>
          <p:cNvSpPr/>
          <p:nvPr/>
        </p:nvSpPr>
        <p:spPr>
          <a:xfrm>
            <a:off x="6650181" y="3031176"/>
            <a:ext cx="1223159" cy="1199408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square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910081-4C24-4EDB-8F85-5E7E843E713A}"/>
              </a:ext>
            </a:extLst>
          </p:cNvPr>
          <p:cNvSpPr/>
          <p:nvPr/>
        </p:nvSpPr>
        <p:spPr>
          <a:xfrm>
            <a:off x="4104904" y="4307773"/>
            <a:ext cx="1223159" cy="1199408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square</a:t>
            </a: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F97AE7-90D9-4FBB-B49B-A891E7482C63}"/>
              </a:ext>
            </a:extLst>
          </p:cNvPr>
          <p:cNvSpPr/>
          <p:nvPr/>
        </p:nvSpPr>
        <p:spPr>
          <a:xfrm>
            <a:off x="5377542" y="4307773"/>
            <a:ext cx="1223159" cy="1199408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square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9AB892-9CC0-4D1B-9248-20B1B87A072D}"/>
              </a:ext>
            </a:extLst>
          </p:cNvPr>
          <p:cNvSpPr/>
          <p:nvPr/>
        </p:nvSpPr>
        <p:spPr>
          <a:xfrm>
            <a:off x="6650181" y="4307773"/>
            <a:ext cx="1223159" cy="1199408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square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141D9E-590A-4DE4-842E-2719325CB870}"/>
              </a:ext>
            </a:extLst>
          </p:cNvPr>
          <p:cNvSpPr txBox="1"/>
          <p:nvPr/>
        </p:nvSpPr>
        <p:spPr>
          <a:xfrm>
            <a:off x="5584372" y="1376938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board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74D34E-8B07-4C46-AAD8-CDB71CABDB2D}"/>
              </a:ext>
            </a:extLst>
          </p:cNvPr>
          <p:cNvSpPr txBox="1"/>
          <p:nvPr/>
        </p:nvSpPr>
        <p:spPr>
          <a:xfrm>
            <a:off x="5474028" y="889154"/>
            <a:ext cx="103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Game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844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35150F-2E9C-4369-AE56-E381B5D29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296" y="1280741"/>
            <a:ext cx="3363377" cy="46672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0A40FB8-C8AE-4145-AD0C-745F2FFA6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160" y="1280741"/>
            <a:ext cx="4913169" cy="2138301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49C29E8-3FE7-4A48-9A55-C991E6013385}"/>
              </a:ext>
            </a:extLst>
          </p:cNvPr>
          <p:cNvCxnSpPr>
            <a:cxnSpLocks/>
          </p:cNvCxnSpPr>
          <p:nvPr/>
        </p:nvCxnSpPr>
        <p:spPr>
          <a:xfrm flipH="1">
            <a:off x="6472052" y="2636322"/>
            <a:ext cx="10542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E7E7BB0-6F23-4FE8-949F-5237EDC1B312}"/>
              </a:ext>
            </a:extLst>
          </p:cNvPr>
          <p:cNvCxnSpPr>
            <a:cxnSpLocks/>
          </p:cNvCxnSpPr>
          <p:nvPr/>
        </p:nvCxnSpPr>
        <p:spPr>
          <a:xfrm>
            <a:off x="3990109" y="3429000"/>
            <a:ext cx="0" cy="1213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DF6B6E17-5303-4D0A-B477-6300CA327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843" y="4642664"/>
            <a:ext cx="3800475" cy="153352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61B7B33-6B01-43F9-AF56-8CD8F30207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9379" y="2215923"/>
            <a:ext cx="2644320" cy="292764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D6E87AC-D2C4-4B7E-AE47-5C3D944AA0C1}"/>
              </a:ext>
            </a:extLst>
          </p:cNvPr>
          <p:cNvSpPr txBox="1"/>
          <p:nvPr/>
        </p:nvSpPr>
        <p:spPr>
          <a:xfrm>
            <a:off x="5125113" y="424210"/>
            <a:ext cx="1941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</a:rPr>
              <a:t>Props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70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49C29E8-3FE7-4A48-9A55-C991E6013385}"/>
              </a:ext>
            </a:extLst>
          </p:cNvPr>
          <p:cNvCxnSpPr>
            <a:cxnSpLocks/>
          </p:cNvCxnSpPr>
          <p:nvPr/>
        </p:nvCxnSpPr>
        <p:spPr>
          <a:xfrm>
            <a:off x="6095999" y="3238994"/>
            <a:ext cx="12970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23467928-20A8-46E0-927A-F3BA03AB5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988" y="2234354"/>
            <a:ext cx="4514850" cy="18192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A0E510-5DDA-4FD9-B8B7-D62D7CB6F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389" y="1426600"/>
            <a:ext cx="3419475" cy="4200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ADA533-74E2-41F0-850E-3DCD3CD1EBA6}"/>
              </a:ext>
            </a:extLst>
          </p:cNvPr>
          <p:cNvSpPr txBox="1"/>
          <p:nvPr/>
        </p:nvSpPr>
        <p:spPr>
          <a:xfrm>
            <a:off x="4965186" y="780269"/>
            <a:ext cx="1297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</a:rPr>
              <a:t>State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96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1B34A8-1F16-46B9-BE69-18AE84CE0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97" y="1139703"/>
            <a:ext cx="4203086" cy="37410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CC1F4D0-6C21-4328-AC0F-B73272527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264" y="1800049"/>
            <a:ext cx="5121912" cy="32579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A15DF5-C818-4037-AE7B-0DE6BF39D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12" y="4981089"/>
            <a:ext cx="4436738" cy="1467212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51F7419-39AE-47B2-907A-9BBC8135E370}"/>
              </a:ext>
            </a:extLst>
          </p:cNvPr>
          <p:cNvCxnSpPr>
            <a:cxnSpLocks/>
          </p:cNvCxnSpPr>
          <p:nvPr/>
        </p:nvCxnSpPr>
        <p:spPr>
          <a:xfrm>
            <a:off x="5205350" y="3286495"/>
            <a:ext cx="12970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127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E8A4E4-4763-47D6-BD5A-11A05C55C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781050"/>
            <a:ext cx="62865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7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D34D2F-2352-46E0-BF52-E3AB2FC55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624" y="1405999"/>
            <a:ext cx="6569075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39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3BC87B-F9C4-4BAC-95E3-2FF38952D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025" y="971549"/>
            <a:ext cx="6686550" cy="2171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D4268FA-3C80-4F51-8F04-CC44F5261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075" y="3305174"/>
            <a:ext cx="5207000" cy="304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50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64AAD-ACC9-41B7-9677-2F85D85F999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D44792-2151-45A3-B75B-78885A468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104" y="1522932"/>
            <a:ext cx="4215740" cy="421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2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ccel="54000" decel="46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8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826</Words>
  <Application>Microsoft Office PowerPoint</Application>
  <PresentationFormat>와이드스크린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Helvetica Neue</vt:lpstr>
      <vt:lpstr>Noto Sans KR</vt:lpstr>
      <vt:lpstr>나눔고딕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임현홍</dc:creator>
  <cp:lastModifiedBy>임현홍</cp:lastModifiedBy>
  <cp:revision>7</cp:revision>
  <dcterms:created xsi:type="dcterms:W3CDTF">2021-12-28T01:32:47Z</dcterms:created>
  <dcterms:modified xsi:type="dcterms:W3CDTF">2021-12-28T04:38:02Z</dcterms:modified>
</cp:coreProperties>
</file>